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1ed1af3c-b977-ed01-6cda-0403b2829341}">
          <p14:sldIdLst>
            <p14:sldId id="256"/>
            <p14:sldId id="257"/>
            <p14:sldId id="258"/>
            <p14:sldId id="259"/>
            <p14:sldId id="260"/>
          </p14:sldIdLst>
        </p14:section>
        <p14:section name="작사 30분" id="{17a03aa1-58b9-71e0-95cf-1402f7d9c759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작곡 60분" id="{e0cc01f9-1396-176e-0212-6449ea03bcf6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무대와 닫기" id="{5de4f0b6-14bc-c65b-269c-9976022b6d6d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열기 전에 샘플곡을 바로 틀 수 있게 준비해 둡니다. 출석 확인 대신 '오늘 별명 하나 정해 두기'를 먼저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시간표를 먼저 보여 주면 학생들이 '언제 AI가 나오지?'를 덜 묻습니다. AI는 30분 뒤, 선생님 화면에서만 켜진다고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 30초 샘플을 틉니다. 끝나면 학생들이 찾은 자랑거리를 칠판에 적습니다. 그 목록이 오늘의 작사 재료가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약속은 짧게 읽고 지나갑니다. '오늘 우리는 허세가 아니라 자존감을 노래합니다'를 한 번 따라 말하게 하면 분위기가 잡힙니다.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쑥스러워하는 학생에게: 노래 속 화자는 평소보다 한 뼘 더 당당해도 된다. 무대 위 캐릭터라고 생각하라고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7가지를 다 쓰라는 게 아니라 이 중에서 골라 쓰는 메뉴판이라고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 타이머. 멈춘 학생에게는 '주말에 아무도 안 깨우면 뭐 하고 싶어?', '편의점에 가면 손이 먼저 가는 건?'을 이어서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짝이 대신 적어 주는 게 핵심입니다. 평소 말이 적은 학생도 친구가 적어 준 장점은 받아들이기 쉽습니다. 단어 뱅크에 동그라미만 쳐도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줄을 함께 바꿔 본 뒤 각자 하나를 바꾸게 합니다. 재미있게 바꾼 학생 한 명을 바로 읽어 주면 반 전체가 따라옵니다.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30초짜리 한 바퀴만 만듭니다. 1절·2절이 없으니 랩 4줄과 훅 4줄에 집중하게 합니다. 80~110자는 어림값이라고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선생님이 훅을 직접 불러 보여 주세요. 8~12글자가 왜 따라 부르기 쉬운지 손뼉 박자로 보여 주면 바로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9분 타이머. 막막한 학생 3단계: 말로 먼저 → 고르기로 → 채우기로. 먼저 끝낸 학생은 글자 수를 세고 바로 3쪽으로 넘어가게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 슬라이드. 여기서 기지개 한 번. 이제부터는 귀로 하는 시간이라고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 샘플을 다시 틀고 장르·빠르기·악기를 맞힙니다. 손뼉으로 빠르기를 재면서 걷기·뛰기·질주 중 어디인지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슬라이드. 이 문장을 그대로 넣었더니 그 소리가 나왔다는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이어폰 사용은 학교 규칙에 따라. 안 되면 기억으로 분석합니다. 가수 이름은 워크북 메모 칸에만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예 3개를 먼저 학생들이 왜 나쁜지 맞히게 합니다. 특히 가수 이름 넣기는 오늘의 약속과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 메모를 보여 주며 '가수 이름'을 지우는 장면을 직접 시연합니다. 학생들이 가장 헷갈리는 '가사 말'과 '스타일 말'의 구분이 여기서 잡힙니다.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순서대로 생성합니다. 학생 프롬프트는 고치지 않고 그대로 넣는 게 원칙입니다. 결과가 기대와 달라도 그것이 배움입니다.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없이 인정만 하는 규칙입니다. 직접 부르고 싶은 학생은 AI 반주에 맞춰 후렴을 불러도 되지만 강요하지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칭찬 한 줄을 쓰는 동안 오늘 수업의 핵심 문장을 한 번 더 말해 줍니다. 노래는 수업·가족에게 듣는 것은 OK, SNS·수익 채널은 먼저 상의.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GE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GE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ezsy 이지 · MY BRAND SONG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ezsy 이지 · AI 음악 수업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중2 · 90분 · 보컬동아리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MY BRAND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SONG</a:t>
            </a:r>
            <a:endParaRPr lang="en-US" sz="6000" dirty="0"/>
          </a:p>
        </p:txBody>
      </p:sp>
      <p:sp>
        <p:nvSpPr>
          <p:cNvPr id="5" name="sticker"/>
          <p:cNvSpPr txBox="1"/>
          <p:nvPr/>
        </p:nvSpPr>
        <p:spPr>
          <a:xfrm rot="-300000">
            <a:off x="5669280" y="2331720"/>
            <a:ext cx="274320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나를 플렉스하는 90분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가사는 내가 쓰고, 소리는 내가 고르고, 프롬프트도 내가 쓴다.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진행 · 이지쌤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오늘의 미션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0~3분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나를 소개하는 30초 노래를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한 사람에 한 곡</a:t>
            </a:r>
            <a:endParaRPr lang="en-US" sz="3200" dirty="0"/>
          </a:p>
        </p:txBody>
      </p:sp>
      <p:sp>
        <p:nvSpPr>
          <p:cNvPr id="5" name="timeline lyrics"/>
          <p:cNvSpPr/>
          <p:nvPr/>
        </p:nvSpPr>
        <p:spPr>
          <a:xfrm>
            <a:off x="548640" y="3017520"/>
            <a:ext cx="260604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31272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작사 30분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나 찾기 → 플렉스 말 → 30초 가사</a:t>
            </a:r>
            <a:endParaRPr lang="en-US" sz="2400" dirty="0"/>
          </a:p>
        </p:txBody>
      </p:sp>
      <p:sp>
        <p:nvSpPr>
          <p:cNvPr id="7" name="timeline compose"/>
          <p:cNvSpPr/>
          <p:nvPr/>
        </p:nvSpPr>
        <p:spPr>
          <a:xfrm>
            <a:off x="3246120" y="3017520"/>
            <a:ext cx="534924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429000" y="312724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작곡 60분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소리 고르기 → 좋아하는 곡 분석 → 프롬프트 쓰기 → 노래 만나기 → 플렉스 무대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비율 그대로: 30분 : 60분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선생님 브랜드송 듣기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LISTEN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이 노래 속 사람은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뭘 자랑하고 있지?</a:t>
            </a:r>
            <a:endParaRPr lang="en-US" sz="3200" dirty="0"/>
          </a:p>
        </p:txBody>
      </p:sp>
      <p:sp>
        <p:nvSpPr>
          <p:cNvPr id="5" name="play button"/>
          <p:cNvSpPr/>
          <p:nvPr/>
        </p:nvSpPr>
        <p:spPr>
          <a:xfrm>
            <a:off x="548640" y="2194560"/>
            <a:ext cx="384048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▶  PLAY</a:t>
            </a:r>
            <a:endParaRPr lang="en-US" sz="4800" dirty="0"/>
          </a:p>
        </p:txBody>
      </p:sp>
      <p:sp>
        <p:nvSpPr>
          <p:cNvPr id="7" name="card"/>
          <p:cNvSpPr/>
          <p:nvPr/>
        </p:nvSpPr>
        <p:spPr>
          <a:xfrm>
            <a:off x="4663440" y="2194560"/>
            <a:ext cx="3931920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46320" y="2340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듣고 나서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670048"/>
            <a:ext cx="3566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찾은 자랑거리를 칠판에 적기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그 목록이 오늘의 작사 재료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30초로도 한 사람이 다 보인다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시작 전 약속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3~5분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허세가 아니라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자존감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을 노래한다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2011680"/>
            <a:ext cx="393192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개인정보 약속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35661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본명·학교·동네는 가사에 넣지 않기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별명은 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친구 이야기는 물어보고 쓰기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2011680"/>
            <a:ext cx="393192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건강한 플렉스 약속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487168"/>
            <a:ext cx="35661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남과 비교 말고 어제의 나와 비교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남을 깎아내리지 않기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돈·명품·외모 말고 태도·노력·취향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플렉스의 뜻을 바꾸자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FLEX?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허세 플렉스 vs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자존감 플렉스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920240"/>
            <a:ext cx="393192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허세 플렉스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9572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trike="sngStrike" dirty="0">
                <a:solidFill>
                  <a:schemeClr val="bg2"/>
                </a:solidFill>
              </a:rPr>
              <a:t>"나 이거 비싼 거야"</a:t>
            </a:r>
            <a:endParaRPr lang="en-US" sz="2000" dirty="0"/>
          </a:p>
          <a:p>
            <a:pPr indent="0" marL="0">
              <a:buNone/>
            </a:pPr>
            <a:r>
              <a:rPr lang="en-US" sz="2000" b="1" strike="sngStrike" dirty="0">
                <a:solidFill>
                  <a:schemeClr val="bg2"/>
                </a:solidFill>
              </a:rPr>
              <a:t>"쟤보다 내가 낫지"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663440" y="1920240"/>
            <a:ext cx="3931920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자존감 플렉스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95728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"내가 웃으면 교실 온도 올라가"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"어제보다 한 뼘 더 빛나는 나"</a:t>
            </a:r>
            <a:endParaRPr lang="en-US" sz="1900" dirty="0"/>
          </a:p>
        </p:txBody>
      </p:sp>
      <p:sp>
        <p:nvSpPr>
          <p:cNvPr id="11" name="caption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노래 속 나는 평소보다 한 뼘 더 당당해도 괜찮다.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작사 재료 7가지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MENU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가사는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재료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로 쓴다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재료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찾는 질문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가사 자리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이름·별명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친구들이 나를 뭐라고 불러?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INTRO · HOOK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좋아하는 것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하루 중 제일 기다려지는 순간은?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RAP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시그니처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'나' 하면 떠오르는 말버릇·물건·습관은?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RAP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장점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친구가 고마워하는 나의 모습은?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RAP · HOOK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버텨 낸 이야기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처음엔 못 했는데 지금은 하는 것은?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RAP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자신감 선언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오늘만큼은 크게 자랑해도 된다면?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HOOK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꿈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1년 뒤 나는 무엇을 더 잘하고 있을까?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HOOK · OUTRO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탐색 ① · 워크북 1쪽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5~9분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좋아하는 나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931920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좋아하는 것 3칸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128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음식·장소 / 놀이·물건 / 기분 좋아지는 말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4663440" y="1737360"/>
            <a:ext cx="3931920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나의 시그니처 1개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말버릇 · 아이템 · 습관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72491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친구가 멀리서 나를 알아보는 단서는?</a:t>
            </a:r>
            <a:endParaRPr lang="en-US" sz="1400" dirty="0"/>
          </a:p>
        </p:txBody>
      </p:sp>
      <p:sp>
        <p:nvSpPr>
          <p:cNvPr id="12" name="caption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막막하면 → "어제 학교 끝나고 제일 먼저 한 일은?"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탐색 ② · 워크북 1쪽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9~13분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잘하는 나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931920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짝 인터뷰 · 짝이 적어 준다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128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"내가 잘한다고 느낀 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하나만 말해 줘"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663440" y="1737360"/>
            <a:ext cx="3931920" cy="2286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버텨 낸 이야기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2128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처음엔 ____ 못 했지만,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지금은 ____.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364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줄넘기, 라면 끓이기도 훌륭한 이야기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탐색 ③ · 당당한 나 · 워크북 1쪽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13~16분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쑥스러운 말 →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플렉스 말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108960" cy="1051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83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평소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128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trike="sngStrike" dirty="0">
                <a:solidFill>
                  <a:schemeClr val="bg2"/>
                </a:solidFill>
              </a:rPr>
              <a:t>나 그냥 좀 웃겨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3840480" y="1737360"/>
            <a:ext cx="4754880" cy="1051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023360" y="18836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노래 속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212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내가 웃으면 교실 온도 2도 올라가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548640" y="2971800"/>
            <a:ext cx="3108960" cy="1051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118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평소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47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trike="sngStrike" dirty="0">
                <a:solidFill>
                  <a:schemeClr val="bg2"/>
                </a:solidFill>
              </a:rPr>
              <a:t>별로 잘하는 거 없어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3840480" y="2971800"/>
            <a:ext cx="4754880" cy="1051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023360" y="31181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노래 속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447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아직 다 안 보여 준 것뿐이야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30초 브랜드송 구조 · 워크북 2쪽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16~18분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1절·2절 없이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딱 한 바퀴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1874520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975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INTRO · 1줄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04288"/>
            <a:ext cx="1508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Hey! 별명!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Let's Go!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14016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2606040" y="1828800"/>
            <a:ext cx="1874520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788920" y="1975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RAP · 4줄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304288"/>
            <a:ext cx="1508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좋아하는 것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시그니처 · 장점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처음엔 → 지금은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1828800"/>
            <a:ext cx="1874520" cy="2103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846320" y="1975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HOOK · 4줄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04288"/>
            <a:ext cx="1508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이름 반복 +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플렉스 선언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6720840" y="1828800"/>
            <a:ext cx="1874520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903720" y="1975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OUTRO · 1줄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304288"/>
            <a:ext cx="1508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별명 Vibe!</a:t>
            </a:r>
            <a:endParaRPr lang="en-US" sz="1500" dirty="0"/>
          </a:p>
        </p:txBody>
      </p:sp>
      <p:sp>
        <p:nvSpPr>
          <p:cNvPr id="20" name="caption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공백 빼고 약 80~110자 → 30초 안팎 (어림값)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훅 공식 3가지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18~21분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후렴은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짧게, 반복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2587752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9751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이름 선언형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04288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내 이름은 ____,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기억해 둬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3264408" y="1828800"/>
            <a:ext cx="2587752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47288" y="19751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반복형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304288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____ 하는 나,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그게 나야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5980176" y="1828800"/>
            <a:ext cx="2587752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63056" y="19751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대비형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2304288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남들은 ____라 해도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난 ____라서 빛나</a:t>
            </a:r>
            <a:endParaRPr lang="en-US" sz="1800" dirty="0"/>
          </a:p>
        </p:txBody>
      </p:sp>
      <p:sp>
        <p:nvSpPr>
          <p:cNvPr id="14" name="caption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한 줄 8~12글자 → 따라 부르기 쉬운 길이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가사 쓰기 · 워크북 2쪽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21~30분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줄마다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내 재료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를 넣는다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3931920" cy="2468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929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RAP 4줄 · HOOK 4줄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58568"/>
            <a:ext cx="3566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 ① 좋아하는 것 · 시그니처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 ② 장점 · 처음엔 → 지금은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 ① 별명! 별명! ____!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 ② 노래 속 플렉스 말 · 다짐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783080"/>
            <a:ext cx="3931920" cy="2468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1929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막막할 땐 3단계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258568"/>
            <a:ext cx="3566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말로 먼저 · 짝이 받아 적기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고르기로 · 동그라미만 치기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채우기로 · 빈칸 하나씩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344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작곡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60분</a:t>
            </a:r>
            <a:endParaRPr lang="en-US" sz="6000" dirty="0"/>
          </a:p>
        </p:txBody>
      </p:sp>
      <p:sp>
        <p:nvSpPr>
          <p:cNvPr id="4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30분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악보 몰라도 된다.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고르면 작곡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이다.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작곡 ① · 소리 탐정 · 워크북 3쪽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30~38분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선생님 노래에서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무엇이 들려?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2587752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8366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리듬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12848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드럼 · 808 베이스 · 박수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64408" y="1737360"/>
            <a:ext cx="2587752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47288" y="188366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화음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212848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피아노 · 신스 · 일렉 기타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980176" y="1737360"/>
            <a:ext cx="2587752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63056" y="188366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색깔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2212848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스트링 · 브라스 · 벨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017520"/>
            <a:ext cx="2587752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31638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걷기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7588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~90 BPM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3264408" y="3017520"/>
            <a:ext cx="2587752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447288" y="31638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뛰기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367588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~105~115 BPM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980176" y="3017520"/>
            <a:ext cx="2587752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163056" y="316382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질주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367588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BPM~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정답 공개 · 이지쌤 브랜드송에 넣은 말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정답 공개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내가 고른 말이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곧 소리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다</a:t>
            </a:r>
            <a:endParaRPr lang="en-US" sz="3200" dirty="0"/>
          </a:p>
        </p:txBody>
      </p:sp>
      <p:sp>
        <p:nvSpPr>
          <p:cNvPr id="5" name="prompt box"/>
          <p:cNvSpPr/>
          <p:nvPr/>
        </p:nvSpPr>
        <p:spPr>
          <a:xfrm>
            <a:off x="548640" y="2103120"/>
            <a:ext cx="8046720" cy="1463040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 hop, girl crush, bold confident female rap, sassy attitude, punchy 808 bass, hard-hitting drums, hand claps, 105 BPM, catchy chant hook, short song</a:t>
            </a:r>
            <a:endParaRPr lang="en-US" sz="1600" dirty="0"/>
          </a:p>
        </p:txBody>
      </p:sp>
      <p:sp>
        <p:nvSpPr>
          <p:cNvPr id="7" name="caption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장르 · 기분 · 목소리 · 악기 · 빠르기 · 순간 — 질문지 순서 그대로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작곡 ② · 좋아하는 곡 분석 · 워크북 3쪽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38~46분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같은 질문으로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뜯어본다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931920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★ 가져올 재료 2개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박수 소리, 떼창 후렴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663440" y="1737360"/>
            <a:ext cx="3931920" cy="13716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○ 다르게 할 것 1개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남성 랩 → 맑은 여성 보컬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가져오기만 하면 따라 하기. 하나를 바꾸면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내 것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caption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가수 이름 · 음원 · 가사는 AI에 넣지 않는다. 가져오는 건 재료 목록뿐.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작곡 ③ · 프롬프트 쓰기 · 워크북 4쪽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46~53분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공식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대로 쓰면 프롬프트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장르 + 기분 2 + 목소리 2 + 악기 2~3 + 빠르기 + 순간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구분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프롬프트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왜?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나쁜 예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9C9B96"/>
                          </a:solidFill>
                        </a:rPr>
                        <a:t>신나는 노래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재료가 없어 평범한 곡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나쁜 예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9C9B96"/>
                          </a:solidFill>
                        </a:rPr>
                        <a:t>○○○ 같은 노래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남의 이름과 스타일을 빌림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나쁜 예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9C9B96"/>
                          </a:solidFill>
                        </a:rPr>
                        <a:t>힙합 발라드 록 EDM 피아노 기타 드럼…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재료가 너무 많아 중심이 없음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21F"/>
                          </a:solidFill>
                        </a:rPr>
                        <a:t>좋은 예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E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K-pop dance pop, confident, energetic, female vocal, powerful, synth, 808 bass, hand claps, 118 BPM, group chant hook, short song, 30 seconds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순서대로, 고른 것만, 10개 안팎</a:t>
                      </a:r>
                      <a:endParaRPr lang="en-US" sz="1200" dirty="0"/>
                    </a:p>
                  </a:txBody>
                  <a:tcPr marL="76200" marR="76200" marT="38100" marB="38100" anchor="t">
                    <a:lnL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선생님 예시 · 메모 → 가사 / 스타일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선생님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가사 말과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스타일 말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은 다르다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4480560" cy="3108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700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가사로 · 30초 한 바퀴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29968"/>
            <a:ext cx="41148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Hey! 이지연! Let's Go!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[Verse – Rap]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만나면 터지는 행복 바이러스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어딜 가든 귀여운 마스코트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마이크 잡으면 예쁜 목소리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모두가 반해버린 Melody!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[Hook – Catchy]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이지연! 이지연! Everybody say!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보컬동아리 최고 인기쌤!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틀려도 괜찮아, 자유롭게 Sing!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즐겁게 노래해, We can do anything!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[Outro] 이지연 Vibe! Feel so alive!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212080" y="1554480"/>
            <a:ext cx="3383280" cy="3108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394960" y="1700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스타일로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029968"/>
            <a:ext cx="30175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trike="sngStrike" dirty="0">
                <a:solidFill>
                  <a:srgbClr val="9C9B96"/>
                </a:solidFill>
              </a:rPr>
              <a:t>○○ 같은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 걸크러시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D21F"/>
                </a:solidFill>
              </a:rPr>
              <a:t>→ 가수 이름은 지우고 특징만 단어로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girl crush, bold confident female rap, sassy attitude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C9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 hop · 105 BPM · 808 bass · hand claps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작곡 ④ · 노래 만나기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53~75분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네 프롬프트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그대로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넣는다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587752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3794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들으면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67128"/>
            <a:ext cx="22219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두 곡 중 하나를 고르고 이유 한 마디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64408" y="1691640"/>
            <a:ext cx="2587752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47288" y="183794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기다리면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167128"/>
            <a:ext cx="22219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앨범 제목 · 한 단어 바꾸기 실험 칸 채우기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980176" y="1691640"/>
            <a:ext cx="2615184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63056" y="183794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후렴 나오면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21671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다 같이 따라 부르기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548640" y="3200400"/>
            <a:ext cx="804672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33467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한 단어 바꾸기 실험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7588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synth → electric guitar  ·  118 BPM → 90 BPM   단어 하나가 소리를 이만큼 바꾼다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FLEX STAGE · 워크북 4쪽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75~88분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후렴 15초 +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세 문장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640080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379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① 안녕, 나는 ____을 좋아하는 ____야.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548640" y="2532888"/>
            <a:ext cx="640080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679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② 내 노래에서 제일 플렉스한 줄은 '____'야.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548640" y="3374136"/>
            <a:ext cx="640080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③ AI는 ____을 도와줬고, ____은 내가 했어.</a:t>
            </a:r>
            <a:endParaRPr lang="en-US" sz="1700" dirty="0"/>
          </a:p>
        </p:txBody>
      </p:sp>
      <p:sp>
        <p:nvSpPr>
          <p:cNvPr id="11" name="sticker"/>
          <p:cNvSpPr txBox="1"/>
          <p:nvPr/>
        </p:nvSpPr>
        <p:spPr>
          <a:xfrm rot="-480000">
            <a:off x="7178040" y="3291840"/>
            <a:ext cx="137160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인정!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닫기</a:t>
            </a:r>
            <a:endParaRPr lang="en-US" sz="1200" dirty="0"/>
          </a:p>
        </p:txBody>
      </p:sp>
      <p:sp>
        <p:nvSpPr>
          <p:cNvPr id="3" name="time chip"/>
          <p:cNvSpPr txBox="1"/>
          <p:nvPr/>
        </p:nvSpPr>
        <p:spPr>
          <a:xfrm>
            <a:off x="7406640" y="329184"/>
            <a:ext cx="118872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88~90분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오늘 나에게 주는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칭찬 한 줄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393192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내 몫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042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재료 찾기 · 가사 · 장르와 악기 고르기 · 프롬프트 쓰기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4663440" y="1828800"/>
            <a:ext cx="3931920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4632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AI 몫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042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멜로디 · 반주 · 노래하는 목소리</a:t>
            </a:r>
            <a:endParaRPr lang="en-US" sz="1700" dirty="0"/>
          </a:p>
        </p:txBody>
      </p:sp>
      <p:sp>
        <p:nvSpPr>
          <p:cNvPr id="11" name="caption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어려운 것을 쉽게, 나답게 · ezsy 이지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nd Song Stage">
  <a:themeElements>
    <a:clrScheme name="Brand Song Stage">
      <a:dk1>
        <a:srgbClr val="0E0E0F"/>
      </a:dk1>
      <a:lt1>
        <a:srgbClr val="F2F1EC"/>
      </a:lt1>
      <a:dk2>
        <a:srgbClr val="1A1A1C"/>
      </a:dk2>
      <a:lt2>
        <a:srgbClr val="9C9B96"/>
      </a:lt2>
      <a:accent1>
        <a:srgbClr val="FFD21F"/>
      </a:accent1>
      <a:accent2>
        <a:srgbClr val="FF3D8B"/>
      </a:accent2>
      <a:accent3>
        <a:srgbClr val="2E2E31"/>
      </a:accent3>
      <a:accent4>
        <a:srgbClr val="5A5A5E"/>
      </a:accent4>
      <a:accent5>
        <a:srgbClr val="FFE680"/>
      </a:accent5>
      <a:accent6>
        <a:srgbClr val="C9C8C2"/>
      </a:accent6>
      <a:hlink>
        <a:srgbClr val="FFD21F"/>
      </a:hlink>
      <a:folHlink>
        <a:srgbClr val="FF3D8B"/>
      </a:folHlink>
    </a:clrScheme>
    <a:fontScheme name="Brand Song Stag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BRAND SONG 수업 슬라이드</dc:title>
  <dc:subject>PptxGenJS Presentation</dc:subject>
  <dc:creator>이지연 (ezsy 이지)</dc:creator>
  <cp:lastModifiedBy>이지연 (ezsy 이지)</cp:lastModifiedBy>
  <cp:revision>1</cp:revision>
  <dcterms:created xsi:type="dcterms:W3CDTF">2026-10-20T15:15:43Z</dcterms:created>
  <dcterms:modified xsi:type="dcterms:W3CDTF">2026-10-20T15:15:43Z</dcterms:modified>
</cp:coreProperties>
</file>